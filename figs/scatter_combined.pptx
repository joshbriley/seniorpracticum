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F40F3-5F50-1A99-F0D0-513F7D96E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D5FBEA-EF67-E18E-1DEA-B067C698B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57EEC-0EE7-2215-BBDD-78C678BA1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2399-5FE2-8848-A5E0-9476D0DF41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D6DBB-BEEF-EC23-17DD-4CC7BA9BB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16074-802D-5EDC-2378-70FED1C7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8B07-3E3A-CF45-A1E4-7D2ADF53A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59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195B-109A-0B50-C499-EEB5C99B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D8ACD-AD3A-7873-BC15-5576BEE2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AE0F0-2988-6496-60B5-DABCDB4D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2399-5FE2-8848-A5E0-9476D0DF41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30B90-202A-62FC-8D56-5AE3FA57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68074-DA48-FF15-742F-08F2AA53D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8B07-3E3A-CF45-A1E4-7D2ADF53A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1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95313-4050-629F-3A4E-A10EA9B3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54EDD-547B-3E00-895B-BBB92F729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7BA9C-0BBD-BE78-5672-65E3EB18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2399-5FE2-8848-A5E0-9476D0DF41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89F2D-8BC6-D826-B90C-9783B991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171E9-CD70-0A48-6EAD-BD98CC60B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8B07-3E3A-CF45-A1E4-7D2ADF53A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13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ABD5-6008-A03B-C8DA-ACC2DC71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C256C-E9B1-7840-4AC2-D33DDC5FA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E84A1-4105-5733-8FF5-0C6521444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C27C5-48EA-DDEC-591E-46411CCB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2399-5FE2-8848-A5E0-9476D0DF41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5C8D8-40A2-62E2-DFAC-CF99F12E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13CC4-1049-A56F-2F05-691DF81AC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8B07-3E3A-CF45-A1E4-7D2ADF53A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0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48178-814C-B607-A869-DC15B3CB0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5BD53-0A9D-F0E3-FB90-3669FA9C0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AB238-A684-A880-7942-765B2CA74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6AA9D8-D0B5-D576-9559-3D379EDE3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6B2F1-F396-6583-BD0D-7043CFE57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5B698-EB41-1A56-104C-7B188623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2399-5FE2-8848-A5E0-9476D0DF41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247EC1-B7EF-6B80-8607-B3112180A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F07F22-D886-A8B6-9A56-6C7713C9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8B07-3E3A-CF45-A1E4-7D2ADF53A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1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128A8-24FA-6286-B254-D2B0E3BF0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7B4D9-6AAF-54DB-BC2C-41D8C727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2399-5FE2-8848-A5E0-9476D0DF41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55B943-3C87-D235-35AD-0B62E870F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E8088-2108-6F21-197C-FA18520A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8B07-3E3A-CF45-A1E4-7D2ADF53A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8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B075C-13AC-5715-D4D4-47BB2AA51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2399-5FE2-8848-A5E0-9476D0DF41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E6FF0E-47A0-2CA2-28F1-ECAC6D25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D2642-2EB0-2DFE-742E-51C09A99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8B07-3E3A-CF45-A1E4-7D2ADF53A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0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CA8E2-EB31-AFA2-B234-3C1D32E2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CB38A-19C1-62A9-36EF-09D164676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9C58A-EBF6-DEB9-6F12-F6C856B6A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88D3C-4F48-AF4C-C189-A57630736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2399-5FE2-8848-A5E0-9476D0DF41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CDA5E-3E60-2A05-B214-7786B1323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D96D2-18E2-2308-F679-35515F94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8B07-3E3A-CF45-A1E4-7D2ADF53A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1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B509-E4F3-654D-1D6A-18600EFC6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CFB36-D54D-3F80-BE24-D7E0861160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D42C2-3143-48E3-54A7-0E86329FD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897B9-167F-5D10-DA30-56F1E4B61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2399-5FE2-8848-A5E0-9476D0DF41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FC20D-CB8B-CC2C-7F66-B6058E1A5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6B100-A79F-4FC0-1738-CF9F51D36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8B07-3E3A-CF45-A1E4-7D2ADF53A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57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A1FD-17F5-2BBC-E113-3252791A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06DBC-D524-F202-418B-7E0B4043E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1309F-A9D1-EE31-06EA-EEDD6BFC5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2399-5FE2-8848-A5E0-9476D0DF41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1EF87-6207-7790-F9ED-5B302FE1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86D6C-D8C5-52EF-5EE2-413F5922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8B07-3E3A-CF45-A1E4-7D2ADF53A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1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A30EF-283F-9C57-FC77-0645ABE5E9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CE832-755C-25EA-5942-996EEE0E7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F94BD-9151-A2E3-9F50-F733BB871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2399-5FE2-8848-A5E0-9476D0DF41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380A2-EE3E-6D84-963E-93649F44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87DC1-B053-2B72-6F59-A6F106AB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8B07-3E3A-CF45-A1E4-7D2ADF53A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74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E17699-1CB2-58A3-5568-D4660BEF9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441D8-CF93-F806-7AFD-3A92150FC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1C957-8F3B-4FF8-863D-669C4F288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F2399-5FE2-8848-A5E0-9476D0DF4174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9B531-6C39-6F6C-AFF6-AB01E6CBA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D8918-D2A9-D38D-48E1-AFD142088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F8B07-3E3A-CF45-A1E4-7D2ADF53A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62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682257A-6EC6-D2AB-E7AA-2A5E2E466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53" y="0"/>
            <a:ext cx="5110210" cy="3429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395CE1-2292-174A-EAF2-A82D826E8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761" y="3429000"/>
            <a:ext cx="5110209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6F59E5-156F-8DD9-072B-866D1B7FA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51" y="3429000"/>
            <a:ext cx="5110210" cy="3429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05FB3F6-F9E5-B34B-1B00-7A1A217F9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760" y="0"/>
            <a:ext cx="511020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109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Briley</dc:creator>
  <cp:lastModifiedBy>Joshua Briley</cp:lastModifiedBy>
  <cp:revision>3</cp:revision>
  <dcterms:created xsi:type="dcterms:W3CDTF">2026-03-23T16:23:44Z</dcterms:created>
  <dcterms:modified xsi:type="dcterms:W3CDTF">2026-03-23T17:42:30Z</dcterms:modified>
</cp:coreProperties>
</file>